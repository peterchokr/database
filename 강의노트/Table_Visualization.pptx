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4" autoAdjust="0"/>
    <p:restoredTop sz="94660"/>
  </p:normalViewPr>
  <p:slideViewPr>
    <p:cSldViewPr snapToGrid="0">
      <p:cViewPr varScale="1">
        <p:scale>
          <a:sx n="70" d="100"/>
          <a:sy n="70" d="100"/>
        </p:scale>
        <p:origin x="9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77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34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04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5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5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7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16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19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20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93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51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7678A-B4FF-46D9-B3EA-C7565AD2A1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0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student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ch1_practice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8124"/>
            <a:ext cx="3429479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2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141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ch2_design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441504" y="778793"/>
            <a:ext cx="1202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8125"/>
            <a:ext cx="3395184" cy="86880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504" y="1148124"/>
            <a:ext cx="5692934" cy="453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movie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ch3_practice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33793" y="2742533"/>
            <a:ext cx="100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0" y="1148125"/>
            <a:ext cx="7133316" cy="123461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89" y="3111865"/>
            <a:ext cx="5990156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0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customer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ch4_filtering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0" y="1148124"/>
            <a:ext cx="5064197" cy="122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8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680" y="1162408"/>
            <a:ext cx="3589520" cy="105170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637" y="3802793"/>
            <a:ext cx="3326594" cy="145181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91" y="3786179"/>
            <a:ext cx="3292300" cy="102884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92" y="1173746"/>
            <a:ext cx="3520931" cy="8688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149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professor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ch5_join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87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course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student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107904" y="3433461"/>
            <a:ext cx="1309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enrollment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226193" y="1143867"/>
            <a:ext cx="657949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7945" y="1162408"/>
            <a:ext cx="795777" cy="29604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8628506" y="1143867"/>
            <a:ext cx="869694" cy="259996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2" name="자유형 21"/>
          <p:cNvSpPr/>
          <p:nvPr/>
        </p:nvSpPr>
        <p:spPr>
          <a:xfrm flipV="1">
            <a:off x="1042244" y="1500842"/>
            <a:ext cx="7746914" cy="1303062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653754" y="3760017"/>
            <a:ext cx="701080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518717" y="3813646"/>
            <a:ext cx="858153" cy="25977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434112" y="3825348"/>
            <a:ext cx="693733" cy="248075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236668" y="3805438"/>
            <a:ext cx="647474" cy="268948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4" name="자유형 53"/>
          <p:cNvSpPr/>
          <p:nvPr/>
        </p:nvSpPr>
        <p:spPr>
          <a:xfrm>
            <a:off x="1194645" y="3162831"/>
            <a:ext cx="4585120" cy="597186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자유형 55"/>
          <p:cNvSpPr/>
          <p:nvPr/>
        </p:nvSpPr>
        <p:spPr>
          <a:xfrm rot="5400000">
            <a:off x="5661027" y="2552804"/>
            <a:ext cx="2290390" cy="153465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7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3802793"/>
            <a:ext cx="2629267" cy="10402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61" y="1145271"/>
            <a:ext cx="4195396" cy="162328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305" y="1153720"/>
            <a:ext cx="2835036" cy="10517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ch6_join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1587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salary_grades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21453" y="1143867"/>
            <a:ext cx="571252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24447" y="1133233"/>
            <a:ext cx="870745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85653" y="3760017"/>
            <a:ext cx="409345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49826" y="1153720"/>
            <a:ext cx="647474" cy="268948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자유형 12"/>
          <p:cNvSpPr/>
          <p:nvPr/>
        </p:nvSpPr>
        <p:spPr>
          <a:xfrm rot="10800000">
            <a:off x="2498650" y="1430701"/>
            <a:ext cx="3962079" cy="1514518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76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2" y="1133233"/>
            <a:ext cx="4881292" cy="181762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765" y="1153720"/>
            <a:ext cx="4081080" cy="1040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sales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ch7_aggr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39703" y="1143867"/>
            <a:ext cx="739977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69695" y="1111967"/>
            <a:ext cx="531308" cy="3102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36595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849" y="3773664"/>
            <a:ext cx="1714739" cy="51442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93" y="3802793"/>
            <a:ext cx="3600953" cy="40010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95" y="1144911"/>
            <a:ext cx="4115375" cy="121174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305" y="1153720"/>
            <a:ext cx="2835036" cy="10517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ch8_subq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35101" y="1143867"/>
            <a:ext cx="571252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59065" y="1133233"/>
            <a:ext cx="847005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65975" y="3773665"/>
            <a:ext cx="569117" cy="2524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8305" y="3433461"/>
            <a:ext cx="125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customers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152385" y="3773665"/>
            <a:ext cx="887929" cy="2524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7483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765" y="1160544"/>
            <a:ext cx="2709288" cy="48012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24" y="1160544"/>
            <a:ext cx="3635248" cy="12117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ch9_dml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accounts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094157" y="1143867"/>
            <a:ext cx="702428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66683" y="1133233"/>
            <a:ext cx="839387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48294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05" y="3802793"/>
            <a:ext cx="3578089" cy="2857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764" y="1160544"/>
            <a:ext cx="2755014" cy="102884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05" y="1160545"/>
            <a:ext cx="4081080" cy="12117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ch10_v</a:t>
            </a:r>
            <a:r>
              <a:rPr lang="en-US" altLang="ko-KR" b="1" dirty="0" smtClean="0"/>
              <a:t>iew</a:t>
            </a:r>
            <a:endParaRPr lang="ko-KR" altLang="en-US" b="1" dirty="0"/>
          </a:p>
        </p:txBody>
      </p:sp>
      <p:sp>
        <p:nvSpPr>
          <p:cNvPr id="39" name="직사각형 38"/>
          <p:cNvSpPr/>
          <p:nvPr/>
        </p:nvSpPr>
        <p:spPr>
          <a:xfrm>
            <a:off x="642082" y="1133239"/>
            <a:ext cx="801830" cy="32707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departments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998621" y="1143867"/>
            <a:ext cx="702428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2605" y="3433461"/>
            <a:ext cx="21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employees_archive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42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8124"/>
            <a:ext cx="3258005" cy="12231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243" y="1160544"/>
            <a:ext cx="1257475" cy="3200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66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ch11_control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34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temp_table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637961" y="1133233"/>
            <a:ext cx="808700" cy="34739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5379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4" y="5090357"/>
            <a:ext cx="6390262" cy="30865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38" y="6068967"/>
            <a:ext cx="3326594" cy="4801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879" y="3933223"/>
            <a:ext cx="4321144" cy="4686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750" y="2593705"/>
            <a:ext cx="7121884" cy="46869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895" y="1142065"/>
            <a:ext cx="7441968" cy="81164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750" y="3929429"/>
            <a:ext cx="5921567" cy="43440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7089" y="6054075"/>
            <a:ext cx="5692934" cy="4915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5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ch12_trigger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93750" y="3560097"/>
            <a:ext cx="159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salary_history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867046" y="5707306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audit_log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40922" y="3919575"/>
            <a:ext cx="620339" cy="32826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45418" y="1133233"/>
            <a:ext cx="760398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191609" y="6055128"/>
            <a:ext cx="483771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895" y="2188074"/>
            <a:ext cx="2031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employee_archive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11588" y="2593705"/>
            <a:ext cx="649675" cy="27541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51938" y="3560097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7563563" y="3914537"/>
            <a:ext cx="760398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1894" y="5699635"/>
            <a:ext cx="252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salary_change_percent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613519" y="6054075"/>
            <a:ext cx="369441" cy="28424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3749" y="4691792"/>
            <a:ext cx="24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salary_history_archive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203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34" y="4534152"/>
            <a:ext cx="2686424" cy="49155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35" y="2464087"/>
            <a:ext cx="3395184" cy="51442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35" y="5620487"/>
            <a:ext cx="4172532" cy="48012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37" y="1161943"/>
            <a:ext cx="2652130" cy="50299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250" y="3459229"/>
            <a:ext cx="2217730" cy="4801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25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customers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660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ch13_normal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28637" y="2091678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41937" y="3111407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categories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80965" y="2464182"/>
            <a:ext cx="747588" cy="32826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6362" y="1133233"/>
            <a:ext cx="760398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66500" y="3459229"/>
            <a:ext cx="780260" cy="24523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1937" y="416307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orders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723570" y="4544599"/>
            <a:ext cx="649675" cy="27541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3877" y="5251155"/>
            <a:ext cx="1518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order_details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723570" y="5656785"/>
            <a:ext cx="871915" cy="33303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382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8224</TotalTime>
  <Words>51</Words>
  <Application>Microsoft Office PowerPoint</Application>
  <PresentationFormat>와이드스크린</PresentationFormat>
  <Paragraphs>51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조정현</dc:creator>
  <cp:lastModifiedBy>조정현</cp:lastModifiedBy>
  <cp:revision>44</cp:revision>
  <dcterms:created xsi:type="dcterms:W3CDTF">2025-09-24T23:49:04Z</dcterms:created>
  <dcterms:modified xsi:type="dcterms:W3CDTF">2026-02-02T04:11:22Z</dcterms:modified>
</cp:coreProperties>
</file>