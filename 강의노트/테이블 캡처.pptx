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1" r:id="rId3"/>
    <p:sldId id="262" r:id="rId4"/>
    <p:sldId id="263" r:id="rId5"/>
    <p:sldId id="260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74" autoAdjust="0"/>
    <p:restoredTop sz="94660"/>
  </p:normalViewPr>
  <p:slideViewPr>
    <p:cSldViewPr snapToGrid="0">
      <p:cViewPr>
        <p:scale>
          <a:sx n="75" d="100"/>
          <a:sy n="75" d="100"/>
        </p:scale>
        <p:origin x="54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774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349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604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457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752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0672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6161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199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208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2931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678A-B4FF-46D9-B3EA-C7565AD2A1FC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519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B7678A-B4FF-46D9-B3EA-C7565AD2A1FC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D01A79-249A-4700-8B10-A512E495A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02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33793" y="778793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student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1895" y="213229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ch1_practice</a:t>
            </a:r>
            <a:endParaRPr lang="ko-KR" altLang="en-US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93" y="1148124"/>
            <a:ext cx="3429479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422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33793" y="778793"/>
            <a:ext cx="1411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department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1895" y="213229"/>
            <a:ext cx="1394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ch2_design</a:t>
            </a:r>
            <a:endParaRPr lang="ko-KR" alt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4441504" y="778793"/>
            <a:ext cx="1202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employee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93" y="1148125"/>
            <a:ext cx="3395184" cy="86880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1504" y="1148124"/>
            <a:ext cx="5692934" cy="453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34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33793" y="778793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movie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1895" y="213229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ch3_practice</a:t>
            </a:r>
            <a:endParaRPr lang="ko-KR" alt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33793" y="2742533"/>
            <a:ext cx="1000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product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90" y="1148125"/>
            <a:ext cx="7133316" cy="123461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589" y="3111865"/>
            <a:ext cx="5990156" cy="12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801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33793" y="778793"/>
            <a:ext cx="1150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customer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1895" y="213229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ch4_filtering</a:t>
            </a:r>
            <a:endParaRPr lang="ko-KR" altLang="en-US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90" y="1148124"/>
            <a:ext cx="5064197" cy="122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881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8680" y="1162408"/>
            <a:ext cx="3589520" cy="105170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8637" y="3802793"/>
            <a:ext cx="3326594" cy="1451813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91" y="3786179"/>
            <a:ext cx="3292300" cy="102884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92" y="1173746"/>
            <a:ext cx="3520931" cy="8688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3793" y="778793"/>
            <a:ext cx="1149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professor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1895" y="213229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ch5_join</a:t>
            </a:r>
            <a:endParaRPr lang="ko-KR" alt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779765" y="784388"/>
            <a:ext cx="870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course</a:t>
            </a:r>
            <a:endParaRPr lang="ko-KR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301895" y="3433461"/>
            <a:ext cx="973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student</a:t>
            </a:r>
            <a:endParaRPr lang="ko-KR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4107904" y="3433461"/>
            <a:ext cx="1309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enrollment</a:t>
            </a:r>
            <a:endParaRPr lang="ko-KR" alt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6226193" y="1143867"/>
            <a:ext cx="657949" cy="27838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687945" y="1162408"/>
            <a:ext cx="795777" cy="296047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8628506" y="1143867"/>
            <a:ext cx="869694" cy="259996"/>
          </a:xfrm>
          <a:prstGeom prst="rect">
            <a:avLst/>
          </a:prstGeom>
          <a:noFill/>
          <a:ln w="19050">
            <a:solidFill>
              <a:srgbClr val="E6A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22" name="자유형 21"/>
          <p:cNvSpPr/>
          <p:nvPr/>
        </p:nvSpPr>
        <p:spPr>
          <a:xfrm flipV="1">
            <a:off x="1042244" y="1500842"/>
            <a:ext cx="7746914" cy="1303062"/>
          </a:xfrm>
          <a:custGeom>
            <a:avLst/>
            <a:gdLst>
              <a:gd name="connsiteX0" fmla="*/ 5103628 w 5103628"/>
              <a:gd name="connsiteY0" fmla="*/ 701755 h 712387"/>
              <a:gd name="connsiteX1" fmla="*/ 3678865 w 5103628"/>
              <a:gd name="connsiteY1" fmla="*/ 6 h 712387"/>
              <a:gd name="connsiteX2" fmla="*/ 0 w 5103628"/>
              <a:gd name="connsiteY2" fmla="*/ 712387 h 712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03628" h="712387">
                <a:moveTo>
                  <a:pt x="5103628" y="701755"/>
                </a:moveTo>
                <a:cubicBezTo>
                  <a:pt x="4816549" y="349994"/>
                  <a:pt x="4529470" y="-1766"/>
                  <a:pt x="3678865" y="6"/>
                </a:cubicBezTo>
                <a:cubicBezTo>
                  <a:pt x="2828260" y="1778"/>
                  <a:pt x="490870" y="547582"/>
                  <a:pt x="0" y="712387"/>
                </a:cubicBezTo>
              </a:path>
            </a:pathLst>
          </a:custGeom>
          <a:noFill/>
          <a:ln>
            <a:solidFill>
              <a:srgbClr val="00B0F0"/>
            </a:solidFill>
            <a:headEnd type="none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/>
          <p:cNvSpPr/>
          <p:nvPr/>
        </p:nvSpPr>
        <p:spPr>
          <a:xfrm>
            <a:off x="653754" y="3760017"/>
            <a:ext cx="701080" cy="28707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4518717" y="3813646"/>
            <a:ext cx="858153" cy="259777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434112" y="3825348"/>
            <a:ext cx="693733" cy="248075"/>
          </a:xfrm>
          <a:prstGeom prst="rect">
            <a:avLst/>
          </a:prstGeom>
          <a:noFill/>
          <a:ln w="19050">
            <a:solidFill>
              <a:srgbClr val="E6A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6236668" y="3805438"/>
            <a:ext cx="647474" cy="268948"/>
          </a:xfrm>
          <a:prstGeom prst="rect">
            <a:avLst/>
          </a:prstGeom>
          <a:noFill/>
          <a:ln w="19050">
            <a:solidFill>
              <a:srgbClr val="E6A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54" name="자유형 53"/>
          <p:cNvSpPr/>
          <p:nvPr/>
        </p:nvSpPr>
        <p:spPr>
          <a:xfrm>
            <a:off x="1194645" y="3162831"/>
            <a:ext cx="4585120" cy="597186"/>
          </a:xfrm>
          <a:custGeom>
            <a:avLst/>
            <a:gdLst>
              <a:gd name="connsiteX0" fmla="*/ 5103628 w 5103628"/>
              <a:gd name="connsiteY0" fmla="*/ 701755 h 712387"/>
              <a:gd name="connsiteX1" fmla="*/ 3678865 w 5103628"/>
              <a:gd name="connsiteY1" fmla="*/ 6 h 712387"/>
              <a:gd name="connsiteX2" fmla="*/ 0 w 5103628"/>
              <a:gd name="connsiteY2" fmla="*/ 712387 h 712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03628" h="712387">
                <a:moveTo>
                  <a:pt x="5103628" y="701755"/>
                </a:moveTo>
                <a:cubicBezTo>
                  <a:pt x="4816549" y="349994"/>
                  <a:pt x="4529470" y="-1766"/>
                  <a:pt x="3678865" y="6"/>
                </a:cubicBezTo>
                <a:cubicBezTo>
                  <a:pt x="2828260" y="1778"/>
                  <a:pt x="490870" y="547582"/>
                  <a:pt x="0" y="712387"/>
                </a:cubicBezTo>
              </a:path>
            </a:pathLst>
          </a:custGeom>
          <a:noFill/>
          <a:ln>
            <a:solidFill>
              <a:srgbClr val="00B0F0"/>
            </a:solidFill>
            <a:headEnd type="none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자유형 55"/>
          <p:cNvSpPr/>
          <p:nvPr/>
        </p:nvSpPr>
        <p:spPr>
          <a:xfrm rot="5400000">
            <a:off x="5661027" y="2552804"/>
            <a:ext cx="2290390" cy="153465"/>
          </a:xfrm>
          <a:custGeom>
            <a:avLst/>
            <a:gdLst>
              <a:gd name="connsiteX0" fmla="*/ 5103628 w 5103628"/>
              <a:gd name="connsiteY0" fmla="*/ 701755 h 712387"/>
              <a:gd name="connsiteX1" fmla="*/ 3678865 w 5103628"/>
              <a:gd name="connsiteY1" fmla="*/ 6 h 712387"/>
              <a:gd name="connsiteX2" fmla="*/ 0 w 5103628"/>
              <a:gd name="connsiteY2" fmla="*/ 712387 h 712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03628" h="712387">
                <a:moveTo>
                  <a:pt x="5103628" y="701755"/>
                </a:moveTo>
                <a:cubicBezTo>
                  <a:pt x="4816549" y="349994"/>
                  <a:pt x="4529470" y="-1766"/>
                  <a:pt x="3678865" y="6"/>
                </a:cubicBezTo>
                <a:cubicBezTo>
                  <a:pt x="2828260" y="1778"/>
                  <a:pt x="490870" y="547582"/>
                  <a:pt x="0" y="712387"/>
                </a:cubicBezTo>
              </a:path>
            </a:pathLst>
          </a:custGeom>
          <a:noFill/>
          <a:ln>
            <a:solidFill>
              <a:srgbClr val="00B0F0"/>
            </a:solidFill>
            <a:headEnd type="none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2271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93" y="3802793"/>
            <a:ext cx="2629267" cy="104027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61" y="1145271"/>
            <a:ext cx="4195396" cy="1623287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305" y="1153720"/>
            <a:ext cx="2835036" cy="105170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3793" y="778793"/>
            <a:ext cx="1302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employees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1895" y="213229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ch6_join</a:t>
            </a:r>
            <a:endParaRPr lang="ko-KR" alt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779765" y="784388"/>
            <a:ext cx="1511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departments</a:t>
            </a:r>
            <a:endParaRPr lang="ko-KR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301895" y="3433461"/>
            <a:ext cx="1587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salary_grades</a:t>
            </a:r>
            <a:endParaRPr lang="ko-KR" alt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6121453" y="1143867"/>
            <a:ext cx="571252" cy="27838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724447" y="1133233"/>
            <a:ext cx="870745" cy="28902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685653" y="3760017"/>
            <a:ext cx="409345" cy="28707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602762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92" y="1133233"/>
            <a:ext cx="4881292" cy="181762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765" y="1153720"/>
            <a:ext cx="4081080" cy="10402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3793" y="778793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sales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1895" y="213229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ch7_aggr</a:t>
            </a:r>
            <a:endParaRPr lang="ko-KR" alt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779765" y="784388"/>
            <a:ext cx="1099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products</a:t>
            </a:r>
            <a:endParaRPr lang="ko-KR" alt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6139703" y="1143867"/>
            <a:ext cx="739977" cy="27838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669695" y="1111967"/>
            <a:ext cx="531308" cy="31028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365952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93" y="3802793"/>
            <a:ext cx="3600953" cy="40010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895" y="1144911"/>
            <a:ext cx="4115375" cy="1211749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305" y="1153720"/>
            <a:ext cx="2835036" cy="105170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3793" y="778793"/>
            <a:ext cx="1302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employees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1895" y="213229"/>
            <a:ext cx="1204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ch8_subq</a:t>
            </a:r>
            <a:endParaRPr lang="ko-KR" alt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779765" y="784388"/>
            <a:ext cx="1511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departments</a:t>
            </a:r>
            <a:endParaRPr lang="ko-KR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301895" y="3433461"/>
            <a:ext cx="846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orders</a:t>
            </a:r>
            <a:endParaRPr lang="ko-KR" alt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6135101" y="1143867"/>
            <a:ext cx="571252" cy="27838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659065" y="1133233"/>
            <a:ext cx="847005" cy="28902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665975" y="3773665"/>
            <a:ext cx="569117" cy="25242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374831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93" y="1160545"/>
            <a:ext cx="3258005" cy="104027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1031" y="1160544"/>
            <a:ext cx="2137709" cy="6744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3793" y="778793"/>
            <a:ext cx="1302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employees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1895" y="213229"/>
            <a:ext cx="1204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ch9_dml </a:t>
            </a:r>
            <a:endParaRPr lang="ko-KR" alt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779765" y="784388"/>
            <a:ext cx="1511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departments</a:t>
            </a:r>
            <a:endParaRPr lang="ko-KR" alt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6121453" y="1143867"/>
            <a:ext cx="571252" cy="27838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666683" y="1133233"/>
            <a:ext cx="839387" cy="28902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482947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605" y="1160545"/>
            <a:ext cx="3841016" cy="83450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3793" y="778793"/>
            <a:ext cx="1302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employees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1895" y="213229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ch10_v</a:t>
            </a:r>
            <a:endParaRPr lang="ko-KR" altLang="en-US" b="1" dirty="0"/>
          </a:p>
        </p:txBody>
      </p:sp>
      <p:sp>
        <p:nvSpPr>
          <p:cNvPr id="39" name="직사각형 38"/>
          <p:cNvSpPr/>
          <p:nvPr/>
        </p:nvSpPr>
        <p:spPr>
          <a:xfrm>
            <a:off x="423716" y="1133239"/>
            <a:ext cx="801830" cy="327071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74422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1243" y="1160544"/>
            <a:ext cx="1257475" cy="320084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796" y="1160545"/>
            <a:ext cx="2663562" cy="8459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3793" y="778793"/>
            <a:ext cx="1302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employees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1895" y="213229"/>
            <a:ext cx="1663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ch11_control </a:t>
            </a:r>
            <a:endParaRPr lang="ko-KR" alt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5779765" y="784388"/>
            <a:ext cx="1343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temp_table</a:t>
            </a:r>
            <a:endParaRPr lang="ko-KR" altLang="en-US" dirty="0"/>
          </a:p>
        </p:txBody>
      </p:sp>
      <p:sp>
        <p:nvSpPr>
          <p:cNvPr id="39" name="직사각형 38"/>
          <p:cNvSpPr/>
          <p:nvPr/>
        </p:nvSpPr>
        <p:spPr>
          <a:xfrm>
            <a:off x="719849" y="1133233"/>
            <a:ext cx="808700" cy="34739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653792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93" y="2753436"/>
            <a:ext cx="5921567" cy="43440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895" y="1157402"/>
            <a:ext cx="6527441" cy="85737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895" y="5467820"/>
            <a:ext cx="6493146" cy="46869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93" y="4034809"/>
            <a:ext cx="5692934" cy="49155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3793" y="778793"/>
            <a:ext cx="1302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employees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1895" y="213229"/>
            <a:ext cx="1551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ch12_trigger</a:t>
            </a:r>
            <a:endParaRPr lang="ko-KR" alt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333793" y="2384104"/>
            <a:ext cx="1594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salary_history</a:t>
            </a:r>
            <a:endParaRPr lang="ko-KR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301895" y="3665477"/>
            <a:ext cx="1144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audit_log</a:t>
            </a:r>
            <a:endParaRPr lang="ko-KR" alt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680965" y="2743582"/>
            <a:ext cx="620339" cy="32826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686362" y="1133233"/>
            <a:ext cx="760398" cy="28902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626458" y="4013299"/>
            <a:ext cx="483771" cy="28707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1937" y="5052336"/>
            <a:ext cx="2031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employee_archive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651630" y="5457967"/>
            <a:ext cx="649675" cy="27541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832032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34" y="4534152"/>
            <a:ext cx="2686424" cy="491558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835" y="2464087"/>
            <a:ext cx="3395184" cy="51442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835" y="5620487"/>
            <a:ext cx="4172532" cy="48012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37" y="1161943"/>
            <a:ext cx="2652130" cy="502990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250" y="3459229"/>
            <a:ext cx="2217730" cy="48012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3793" y="778793"/>
            <a:ext cx="1252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customers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01895" y="213229"/>
            <a:ext cx="1660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ch13_normal </a:t>
            </a:r>
            <a:endParaRPr lang="ko-KR" alt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328637" y="2091678"/>
            <a:ext cx="1099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products</a:t>
            </a:r>
            <a:endParaRPr lang="ko-KR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341937" y="3111407"/>
            <a:ext cx="1253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categories</a:t>
            </a:r>
            <a:endParaRPr lang="ko-KR" alt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680965" y="2464182"/>
            <a:ext cx="747588" cy="32826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686362" y="1133233"/>
            <a:ext cx="760398" cy="28902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666500" y="3459229"/>
            <a:ext cx="780260" cy="24523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1937" y="4163079"/>
            <a:ext cx="846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orders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723570" y="4544599"/>
            <a:ext cx="649675" cy="275416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3877" y="5251155"/>
            <a:ext cx="1518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order_details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723570" y="5656785"/>
            <a:ext cx="871915" cy="33303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838211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8041</TotalTime>
  <Words>45</Words>
  <Application>Microsoft Office PowerPoint</Application>
  <PresentationFormat>와이드스크린</PresentationFormat>
  <Paragraphs>45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조정현</dc:creator>
  <cp:lastModifiedBy>조정현</cp:lastModifiedBy>
  <cp:revision>34</cp:revision>
  <dcterms:created xsi:type="dcterms:W3CDTF">2025-09-24T23:49:04Z</dcterms:created>
  <dcterms:modified xsi:type="dcterms:W3CDTF">2026-01-08T06:17:36Z</dcterms:modified>
</cp:coreProperties>
</file>